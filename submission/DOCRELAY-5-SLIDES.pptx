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060b13961ae4233" /><Relationship Type="http://schemas.openxmlformats.org/officeDocument/2006/relationships/extended-properties" Target="/docProps/app.xml" Id="R17daf15be2f94b4f" /><Relationship Type="http://schemas.openxmlformats.org/officeDocument/2006/relationships/officeDocument" Target="/ppt/presentation.xml" Id="Rce8263fa8f6e44d7" /></Relationships>
</file>

<file path=ppt/presentation.xml><?xml version="1.0" encoding="utf-8"?>
<p:presentation xmlns:p="http://schemas.openxmlformats.org/presentationml/2006/main">
  <p:sldMasterIdLst>
    <p:sldMasterId xmlns:r="http://schemas.openxmlformats.org/officeDocument/2006/relationships" id="2147483648" r:id="Rb62a6e6caaf34d94"/>
  </p:sldMasterIdLst>
  <p:notesMasterIdLst>
    <p:notesMasterId xmlns:r="http://schemas.openxmlformats.org/officeDocument/2006/relationships" r:id="R19d53b40bfa647d2"/>
  </p:notesMasterIdLst>
  <p:sldIdLst>
    <p:sldId xmlns:r="http://schemas.openxmlformats.org/officeDocument/2006/relationships" id="256" r:id="R2054a23e08b54b48"/>
    <p:sldId xmlns:r="http://schemas.openxmlformats.org/officeDocument/2006/relationships" id="257" r:id="R66e3f95d558f47b1"/>
    <p:sldId xmlns:r="http://schemas.openxmlformats.org/officeDocument/2006/relationships" id="258" r:id="Rc00f88251b314558"/>
    <p:sldId xmlns:r="http://schemas.openxmlformats.org/officeDocument/2006/relationships" id="259" r:id="Rfe2c22ef63ce4cf7"/>
    <p:sldId xmlns:r="http://schemas.openxmlformats.org/officeDocument/2006/relationships" id="260" r:id="R4b1e3033db6841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84f3f510dd42e1" /><Relationship Type="http://schemas.openxmlformats.org/officeDocument/2006/relationships/slideMaster" Target="/ppt/slideMasters/slideMaster1.xml" Id="Rb62a6e6caaf34d94" /><Relationship Type="http://schemas.openxmlformats.org/officeDocument/2006/relationships/notesMaster" Target="/ppt/notesMasters/notesMaster1.xml" Id="R19d53b40bfa647d2" /><Relationship Type="http://schemas.openxmlformats.org/officeDocument/2006/relationships/presProps" Target="/ppt/presProps.xml" Id="R8ff87178a38f4e16" /><Relationship Type="http://schemas.openxmlformats.org/officeDocument/2006/relationships/tableStyles" Target="/ppt/tableStyles.xml" Id="R697a5059d4044264" /><Relationship Type="http://schemas.openxmlformats.org/officeDocument/2006/relationships/slide" Target="/ppt/slides/slide1.xml" Id="R2054a23e08b54b48" /><Relationship Type="http://schemas.openxmlformats.org/officeDocument/2006/relationships/slide" Target="/ppt/slides/slide2.xml" Id="R66e3f95d558f47b1" /><Relationship Type="http://schemas.openxmlformats.org/officeDocument/2006/relationships/slide" Target="/ppt/slides/slide3.xml" Id="Rc00f88251b314558" /><Relationship Type="http://schemas.openxmlformats.org/officeDocument/2006/relationships/slide" Target="/ppt/slides/slide4.xml" Id="Rfe2c22ef63ce4cf7" /><Relationship Type="http://schemas.openxmlformats.org/officeDocument/2006/relationships/slide" Target="/ppt/slides/slide5.xml" Id="R4b1e3033db6841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6f75620dd5140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b709b7bf72149b7" /><Relationship Type="http://schemas.openxmlformats.org/officeDocument/2006/relationships/notesMaster" Target="/ppt/notesMasters/notesMaster1.xml" Id="R3d8e23c5f83c48b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2eaa7874ed43f9" /><Relationship Type="http://schemas.openxmlformats.org/officeDocument/2006/relationships/notesMaster" Target="/ppt/notesMasters/notesMaster1.xml" Id="R6a734c4754b94d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c17977872443b0" /><Relationship Type="http://schemas.openxmlformats.org/officeDocument/2006/relationships/notesMaster" Target="/ppt/notesMasters/notesMaster1.xml" Id="Rb673a1fecd8c4c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3df0e397b040b0" /><Relationship Type="http://schemas.openxmlformats.org/officeDocument/2006/relationships/notesMaster" Target="/ppt/notesMasters/notesMaster1.xml" Id="Rc122f5cca37f46da"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3b87e2724e4dbe" /><Relationship Type="http://schemas.openxmlformats.org/officeDocument/2006/relationships/notesMaster" Target="/ppt/notesMasters/notesMaster1.xml" Id="R91ec8633b8a946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README.md, DOCRELAY-ERRORS-RECHECK.md, tests/report-verification.test.ts, tests/report-assistance.test.ts, artifacts/original-fixture-evaluation.json. Bản dự thảo kỹ thuật cần nhóm xác nhận nội dung và bổ sung bằng chứng người dùng thật.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README.md, DOCRELAY-ERRORS-RECHECK.md, tests/report-verification.test.ts, tests/report-assistance.test.ts, artifacts/original-fixture-evaluation.json. Bản dự thảo kỹ thuật cần nhóm xác nhận nội dung và bổ sung bằng chứng người dùng thật.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README.md, DOCRELAY-ERRORS-RECHECK.md, tests/report-verification.test.ts, tests/report-assistance.test.ts, artifacts/original-fixture-evaluation.json. Bản dự thảo kỹ thuật cần nhóm xác nhận nội dung và bổ sung bằng chứng người dùng thật.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README.md, DOCRELAY-ERRORS-RECHECK.md, tests/report-verification.test.ts, tests/report-assistance.test.ts, artifacts/original-fixture-evaluation.json. Bản dự thảo kỹ thuật cần nhóm xác nhận nội dung và bổ sung bằng chứng người dùng thật.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README.md, DOCRELAY-ERRORS-RECHECK.md, tests/report-verification.test.ts, tests/report-assistance.test.ts, artifacts/original-fixture-evaluation.json. Bản dự thảo kỹ thuật cần nhóm xác nhận nội dung và bổ sung bằng chứng người dùng thật.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bdc2a637ff453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eda8e95e224638" /><Relationship Type="http://schemas.openxmlformats.org/officeDocument/2006/relationships/slideLayout" Target="/ppt/slideLayouts/slideLayout1.xml" Id="R72f58a02fd4c43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f58a02fd4c43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83adc010b46470e" /><Relationship Type="http://schemas.openxmlformats.org/officeDocument/2006/relationships/notesSlide" Target="/ppt/notesSlides/notesSlide1.xml" Id="R8ce737b8b6b5464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404f5bc759d41c6" /><Relationship Type="http://schemas.openxmlformats.org/officeDocument/2006/relationships/notesSlide" Target="/ppt/notesSlides/notesSlide2.xml" Id="Rc39857fcc5da4f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ce7b1d1c1c84b63" /><Relationship Type="http://schemas.openxmlformats.org/officeDocument/2006/relationships/notesSlide" Target="/ppt/notesSlides/notesSlide3.xml" Id="R5398d535a02d48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e1a8af536864a36" /><Relationship Type="http://schemas.openxmlformats.org/officeDocument/2006/relationships/notesSlide" Target="/ppt/notesSlides/notesSlide4.xml" Id="R33073aca289e48f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84708298b0c402c" /><Relationship Type="http://schemas.openxmlformats.org/officeDocument/2006/relationships/notesSlide" Target="/ppt/notesSlides/notesSlide5.xml" Id="Rc3e364f8afc54664" /></Relationships>
</file>

<file path=ppt/slides/slide1.xml><?xml version="1.0" encoding="utf-8"?>
<p:sld xmlns:p="http://schemas.openxmlformats.org/presentationml/2006/main">
  <p:cSld>
    <p:bg>
      <p:bgPr>
        <a:solidFill xmlns:a="http://schemas.openxmlformats.org/drawingml/2006/main">
          <a:srgbClr val="FFF9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E7E2C8F-4C97-47C8-82B5-BE372CA75771}"/>
              </a:ext>
            </a:extLst>
          </p:cNvPr>
          <p:cNvSpPr>
            <a:spLocks xmlns:a="http://schemas.openxmlformats.org/drawingml/2006/main" noGrp="1"/>
          </p:cNvSpPr>
          <p:nvPr/>
        </p:nvSpPr>
        <p:spPr>
          <a:xfrm xmlns:a="http://schemas.openxmlformats.org/drawingml/2006/main">
            <a:off x="685800" y="523875"/>
            <a:ext cx="10668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A53608"/>
                </a:solidFill>
                <a:latin typeface="Arial"/>
                <a:ea typeface="Arial"/>
                <a:cs typeface="Arial"/>
              </a:defRPr>
            </a:pPr>
            <a:r>
              <a:rPr sz="3450" b="1">
                <a:solidFill>
                  <a:srgbClr val="A53608"/>
                </a:solidFill>
                <a:latin typeface="Arial"/>
                <a:ea typeface="Arial"/>
                <a:cs typeface="Arial"/>
              </a:rPr>
              <a:t>DOCRELAY: hỗ trợ kỹ thuật dễ tiếp cận</a:t>
            </a:r>
          </a:p>
        </p:txBody>
      </p:sp>
      <p:sp>
        <p:nvSpPr>
          <p:cNvPr id="2" name="">
            <a:extLst xmlns:a="http://schemas.openxmlformats.org/drawingml/2006/main">
              <a:ext uri="{FF2B5EF4-FFF2-40B4-BE49-F238E27FC236}">
                <a16:creationId xmlns:a16="http://schemas.microsoft.com/office/drawing/2014/main" id="{96C674FD-BD9E-426B-B703-9FCDB1C2B5D7}"/>
              </a:ext>
            </a:extLst>
          </p:cNvPr>
          <p:cNvSpPr>
            <a:spLocks xmlns:a="http://schemas.openxmlformats.org/drawingml/2006/main" noGrp="1"/>
          </p:cNvSpPr>
          <p:nvPr/>
        </p:nvSpPr>
        <p:spPr>
          <a:xfrm xmlns:a="http://schemas.openxmlformats.org/drawingml/2006/main">
            <a:off x="723900" y="19050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4D4038"/>
                </a:solidFill>
                <a:latin typeface="Arial"/>
                <a:ea typeface="Arial"/>
                <a:cs typeface="Arial"/>
              </a:defRPr>
            </a:pPr>
            <a:r>
              <a:rPr sz="2175" b="1">
                <a:solidFill>
                  <a:srgbClr val="4D4038"/>
                </a:solidFill>
                <a:latin typeface="Arial"/>
                <a:ea typeface="Arial"/>
                <a:cs typeface="Arial"/>
              </a:rPr>
              <a:t>Khoảng trống trong quy trình</a:t>
            </a:r>
          </a:p>
        </p:txBody>
      </p:sp>
      <p:sp>
        <p:nvSpPr>
          <p:cNvPr id="3" name="">
            <a:extLst xmlns:a="http://schemas.openxmlformats.org/drawingml/2006/main">
              <a:ext uri="{FF2B5EF4-FFF2-40B4-BE49-F238E27FC236}">
                <a16:creationId xmlns:a16="http://schemas.microsoft.com/office/drawing/2014/main" id="{5DAE8C8B-5747-46BA-B222-DD978E760CC2}"/>
              </a:ext>
            </a:extLst>
          </p:cNvPr>
          <p:cNvSpPr>
            <a:spLocks xmlns:a="http://schemas.openxmlformats.org/drawingml/2006/main" noGrp="1"/>
          </p:cNvSpPr>
          <p:nvPr/>
        </p:nvSpPr>
        <p:spPr>
          <a:xfrm xmlns:a="http://schemas.openxmlformats.org/drawingml/2006/main">
            <a:off x="723900" y="2714625"/>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9221E"/>
                </a:solidFill>
                <a:latin typeface="Arial"/>
                <a:ea typeface="Arial"/>
                <a:cs typeface="Arial"/>
              </a:defRPr>
            </a:pPr>
            <a:r>
              <a:rPr sz="2250" b="0">
                <a:solidFill>
                  <a:srgbClr val="29221E"/>
                </a:solidFill>
                <a:latin typeface="Arial"/>
                <a:ea typeface="Arial"/>
                <a:cs typeface="Arial"/>
              </a:rPr>
              <a:t>Nhân viên thường chưa biết mô tả lỗi hay chọn đúng người xử lý. Những câu hỏi đơn giản có thể bị chuyển tiếp quá sớm.</a:t>
            </a:r>
          </a:p>
        </p:txBody>
      </p:sp>
      <p:sp>
        <p:nvSpPr>
          <p:cNvPr id="4" name="">
            <a:extLst xmlns:a="http://schemas.openxmlformats.org/drawingml/2006/main">
              <a:ext uri="{FF2B5EF4-FFF2-40B4-BE49-F238E27FC236}">
                <a16:creationId xmlns:a16="http://schemas.microsoft.com/office/drawing/2014/main" id="{9439892B-C2F1-43D1-818C-CB0F5B068C7C}"/>
              </a:ext>
            </a:extLst>
          </p:cNvPr>
          <p:cNvSpPr>
            <a:spLocks xmlns:a="http://schemas.openxmlformats.org/drawingml/2006/main" noGrp="1"/>
          </p:cNvSpPr>
          <p:nvPr/>
        </p:nvSpPr>
        <p:spPr>
          <a:xfrm xmlns:a="http://schemas.openxmlformats.org/drawingml/2006/main">
            <a:off x="723900" y="4286250"/>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9221E"/>
                </a:solidFill>
                <a:latin typeface="Arial"/>
                <a:ea typeface="Arial"/>
                <a:cs typeface="Arial"/>
              </a:defRPr>
            </a:pPr>
            <a:r>
              <a:rPr sz="2250" b="0">
                <a:solidFill>
                  <a:srgbClr val="29221E"/>
                </a:solidFill>
                <a:latin typeface="Arial"/>
                <a:ea typeface="Arial"/>
                <a:cs typeface="Arial"/>
              </a:rPr>
              <a:t>DOCRELAY hướng dẫn việc an toàn, hỏi đúng dữ kiện còn thiếu và giữ lịch sử khi chuyển cho nhân viên hỗ trợ.</a:t>
            </a:r>
          </a:p>
        </p:txBody>
      </p:sp>
      <p:sp>
        <p:nvSpPr>
          <p:cNvPr id="5" name="">
            <a:extLst xmlns:a="http://schemas.openxmlformats.org/drawingml/2006/main">
              <a:ext uri="{FF2B5EF4-FFF2-40B4-BE49-F238E27FC236}">
                <a16:creationId xmlns:a16="http://schemas.microsoft.com/office/drawing/2014/main" id="{2C00446B-5A1A-417A-BD41-CD41A67BB7AB}"/>
              </a:ext>
            </a:extLst>
          </p:cNvPr>
          <p:cNvSpPr>
            <a:spLocks xmlns:a="http://schemas.openxmlformats.org/drawingml/2006/main" noGrp="1"/>
          </p:cNvSpPr>
          <p:nvPr/>
        </p:nvSpPr>
        <p:spPr>
          <a:xfrm xmlns:a="http://schemas.openxmlformats.org/drawingml/2006/main">
            <a:off x="723900" y="62388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56659"/>
                </a:solidFill>
                <a:latin typeface="Arial"/>
                <a:ea typeface="Arial"/>
                <a:cs typeface="Arial"/>
              </a:defRPr>
            </a:pPr>
            <a:r>
              <a:rPr sz="1350" b="0">
                <a:solidFill>
                  <a:srgbClr val="756659"/>
                </a:solidFill>
                <a:latin typeface="Arial"/>
                <a:ea typeface="Arial"/>
                <a:cs typeface="Arial"/>
              </a:rPr>
              <a:t>1/5   DOCRELAY • Bản trình bày kỹ thuật • 21/09/2026</a:t>
            </a:r>
          </a:p>
        </p:txBody>
      </p:sp>
    </p:spTree>
    <p:extLst>
      <p:ext uri="{BB962C8B-B14F-4D97-AF65-F5344CB8AC3E}">
        <p14:creationId xmlns:p14="http://schemas.microsoft.com/office/powerpoint/2010/main" val="8961074"/>
      </p:ext>
    </p:extLst>
  </p:cSld>
</p:sld>
</file>

<file path=ppt/slides/slide2.xml><?xml version="1.0" encoding="utf-8"?>
<p:sld xmlns:p="http://schemas.openxmlformats.org/presentationml/2006/main">
  <p:cSld>
    <p:bg>
      <p:bgPr>
        <a:solidFill xmlns:a="http://schemas.openxmlformats.org/drawingml/2006/main">
          <a:srgbClr val="FFF9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D509B94-5E05-4BDC-BFC3-C7F9D669D65E}"/>
              </a:ext>
            </a:extLst>
          </p:cNvPr>
          <p:cNvSpPr>
            <a:spLocks xmlns:a="http://schemas.openxmlformats.org/drawingml/2006/main" noGrp="1"/>
          </p:cNvSpPr>
          <p:nvPr/>
        </p:nvSpPr>
        <p:spPr>
          <a:xfrm xmlns:a="http://schemas.openxmlformats.org/drawingml/2006/main">
            <a:off x="685800" y="523875"/>
            <a:ext cx="10668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A53608"/>
                </a:solidFill>
                <a:latin typeface="Arial"/>
                <a:ea typeface="Arial"/>
                <a:cs typeface="Arial"/>
              </a:defRPr>
            </a:pPr>
            <a:r>
              <a:rPr sz="3450" b="1">
                <a:solidFill>
                  <a:srgbClr val="A53608"/>
                </a:solidFill>
                <a:latin typeface="Arial"/>
                <a:ea typeface="Arial"/>
                <a:cs typeface="Arial"/>
              </a:rPr>
              <a:t>Luồng xử lý và điểm cần con người</a:t>
            </a:r>
          </a:p>
        </p:txBody>
      </p:sp>
      <p:sp>
        <p:nvSpPr>
          <p:cNvPr id="2" name="">
            <a:extLst xmlns:a="http://schemas.openxmlformats.org/drawingml/2006/main">
              <a:ext uri="{FF2B5EF4-FFF2-40B4-BE49-F238E27FC236}">
                <a16:creationId xmlns:a16="http://schemas.microsoft.com/office/drawing/2014/main" id="{374858F9-60EF-420D-A140-ABAF4E0093AC}"/>
              </a:ext>
            </a:extLst>
          </p:cNvPr>
          <p:cNvSpPr>
            <a:spLocks xmlns:a="http://schemas.openxmlformats.org/drawingml/2006/main" noGrp="1"/>
          </p:cNvSpPr>
          <p:nvPr/>
        </p:nvSpPr>
        <p:spPr>
          <a:xfrm xmlns:a="http://schemas.openxmlformats.org/drawingml/2006/main">
            <a:off x="723900" y="19050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4D4038"/>
                </a:solidFill>
                <a:latin typeface="Arial"/>
                <a:ea typeface="Arial"/>
                <a:cs typeface="Arial"/>
              </a:defRPr>
            </a:pPr>
            <a:r>
              <a:rPr sz="2175" b="1">
                <a:solidFill>
                  <a:srgbClr val="4D4038"/>
                </a:solidFill>
                <a:latin typeface="Arial"/>
                <a:ea typeface="Arial"/>
                <a:cs typeface="Arial"/>
              </a:rPr>
              <a:t>Từ mô tả đến hướng xử lý</a:t>
            </a:r>
          </a:p>
        </p:txBody>
      </p:sp>
      <p:sp>
        <p:nvSpPr>
          <p:cNvPr id="3" name="">
            <a:extLst xmlns:a="http://schemas.openxmlformats.org/drawingml/2006/main">
              <a:ext uri="{FF2B5EF4-FFF2-40B4-BE49-F238E27FC236}">
                <a16:creationId xmlns:a16="http://schemas.microsoft.com/office/drawing/2014/main" id="{AC095F77-0B91-41C9-90DD-EA350929FE5B}"/>
              </a:ext>
            </a:extLst>
          </p:cNvPr>
          <p:cNvSpPr>
            <a:spLocks xmlns:a="http://schemas.openxmlformats.org/drawingml/2006/main" noGrp="1"/>
          </p:cNvSpPr>
          <p:nvPr/>
        </p:nvSpPr>
        <p:spPr>
          <a:xfrm xmlns:a="http://schemas.openxmlformats.org/drawingml/2006/main">
            <a:off x="723900" y="2714625"/>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9221E"/>
                </a:solidFill>
                <a:latin typeface="Arial"/>
                <a:ea typeface="Arial"/>
                <a:cs typeface="Arial"/>
              </a:defRPr>
            </a:pPr>
            <a:r>
              <a:rPr sz="2250" b="0">
                <a:solidFill>
                  <a:srgbClr val="29221E"/>
                </a:solidFill>
                <a:latin typeface="Arial"/>
                <a:ea typeface="Arial"/>
                <a:cs typeface="Arial"/>
              </a:rPr>
              <a:t>Nhập yêu cầu → che thông tin nhạy cảm → xác định ý định → policy quyết định → hướng dẫn, hỏi thêm hoặc chuyển người.</a:t>
            </a:r>
          </a:p>
        </p:txBody>
      </p:sp>
      <p:sp>
        <p:nvSpPr>
          <p:cNvPr id="4" name="">
            <a:extLst xmlns:a="http://schemas.openxmlformats.org/drawingml/2006/main">
              <a:ext uri="{FF2B5EF4-FFF2-40B4-BE49-F238E27FC236}">
                <a16:creationId xmlns:a16="http://schemas.microsoft.com/office/drawing/2014/main" id="{5B47B5B1-7F59-4370-BD3C-51D49AF75951}"/>
              </a:ext>
            </a:extLst>
          </p:cNvPr>
          <p:cNvSpPr>
            <a:spLocks xmlns:a="http://schemas.openxmlformats.org/drawingml/2006/main" noGrp="1"/>
          </p:cNvSpPr>
          <p:nvPr/>
        </p:nvSpPr>
        <p:spPr>
          <a:xfrm xmlns:a="http://schemas.openxmlformats.org/drawingml/2006/main">
            <a:off x="723900" y="4286250"/>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9221E"/>
                </a:solidFill>
                <a:latin typeface="Arial"/>
                <a:ea typeface="Arial"/>
                <a:cs typeface="Arial"/>
              </a:defRPr>
            </a:pPr>
            <a:r>
              <a:rPr sz="2250" b="0">
                <a:solidFill>
                  <a:srgbClr val="29221E"/>
                </a:solidFill>
                <a:latin typeface="Arial"/>
                <a:ea typeface="Arial"/>
                <a:cs typeface="Arial"/>
              </a:rPr>
              <a:t>AI giải thích theo tình huống. Policy giữ quyền quyết định. Reviewer xử lý yêu cầu cần thẩm quyền, có lý do và nhật ký.</a:t>
            </a:r>
          </a:p>
        </p:txBody>
      </p:sp>
      <p:sp>
        <p:nvSpPr>
          <p:cNvPr id="5" name="">
            <a:extLst xmlns:a="http://schemas.openxmlformats.org/drawingml/2006/main">
              <a:ext uri="{FF2B5EF4-FFF2-40B4-BE49-F238E27FC236}">
                <a16:creationId xmlns:a16="http://schemas.microsoft.com/office/drawing/2014/main" id="{6256B1AA-1A06-4BA0-9111-C1DEBF6854D2}"/>
              </a:ext>
            </a:extLst>
          </p:cNvPr>
          <p:cNvSpPr>
            <a:spLocks xmlns:a="http://schemas.openxmlformats.org/drawingml/2006/main" noGrp="1"/>
          </p:cNvSpPr>
          <p:nvPr/>
        </p:nvSpPr>
        <p:spPr>
          <a:xfrm xmlns:a="http://schemas.openxmlformats.org/drawingml/2006/main">
            <a:off x="723900" y="62388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56659"/>
                </a:solidFill>
                <a:latin typeface="Arial"/>
                <a:ea typeface="Arial"/>
                <a:cs typeface="Arial"/>
              </a:defRPr>
            </a:pPr>
            <a:r>
              <a:rPr sz="1350" b="0">
                <a:solidFill>
                  <a:srgbClr val="756659"/>
                </a:solidFill>
                <a:latin typeface="Arial"/>
                <a:ea typeface="Arial"/>
                <a:cs typeface="Arial"/>
              </a:rPr>
              <a:t>2/5   DOCRELAY • Bản trình bày kỹ thuật • 21/09/2026</a:t>
            </a:r>
          </a:p>
        </p:txBody>
      </p:sp>
    </p:spTree>
    <p:extLst>
      <p:ext uri="{BB962C8B-B14F-4D97-AF65-F5344CB8AC3E}">
        <p14:creationId xmlns:p14="http://schemas.microsoft.com/office/powerpoint/2010/main" val="1603195425"/>
      </p:ext>
    </p:extLst>
  </p:cSld>
</p:sld>
</file>

<file path=ppt/slides/slide3.xml><?xml version="1.0" encoding="utf-8"?>
<p:sld xmlns:p="http://schemas.openxmlformats.org/presentationml/2006/main">
  <p:cSld>
    <p:bg>
      <p:bgPr>
        <a:solidFill xmlns:a="http://schemas.openxmlformats.org/drawingml/2006/main">
          <a:srgbClr val="FFF9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75490BC-2E78-4B96-BF1B-316C9662D008}"/>
              </a:ext>
            </a:extLst>
          </p:cNvPr>
          <p:cNvSpPr>
            <a:spLocks xmlns:a="http://schemas.openxmlformats.org/drawingml/2006/main" noGrp="1"/>
          </p:cNvSpPr>
          <p:nvPr/>
        </p:nvSpPr>
        <p:spPr>
          <a:xfrm xmlns:a="http://schemas.openxmlformats.org/drawingml/2006/main">
            <a:off x="685800" y="523875"/>
            <a:ext cx="10668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A53608"/>
                </a:solidFill>
                <a:latin typeface="Arial"/>
                <a:ea typeface="Arial"/>
                <a:cs typeface="Arial"/>
              </a:defRPr>
            </a:pPr>
            <a:r>
              <a:rPr sz="3450" b="1">
                <a:solidFill>
                  <a:srgbClr val="A53608"/>
                </a:solidFill>
                <a:latin typeface="Arial"/>
                <a:ea typeface="Arial"/>
                <a:cs typeface="Arial"/>
              </a:rPr>
              <a:t>Bằng chứng hiện có và phần cần đo</a:t>
            </a:r>
          </a:p>
        </p:txBody>
      </p:sp>
      <p:sp>
        <p:nvSpPr>
          <p:cNvPr id="2" name="">
            <a:extLst xmlns:a="http://schemas.openxmlformats.org/drawingml/2006/main">
              <a:ext uri="{FF2B5EF4-FFF2-40B4-BE49-F238E27FC236}">
                <a16:creationId xmlns:a16="http://schemas.microsoft.com/office/drawing/2014/main" id="{036E772F-1033-4FF6-86EC-57F0BCCD9A6B}"/>
              </a:ext>
            </a:extLst>
          </p:cNvPr>
          <p:cNvSpPr>
            <a:spLocks xmlns:a="http://schemas.openxmlformats.org/drawingml/2006/main" noGrp="1"/>
          </p:cNvSpPr>
          <p:nvPr/>
        </p:nvSpPr>
        <p:spPr>
          <a:xfrm xmlns:a="http://schemas.openxmlformats.org/drawingml/2006/main">
            <a:off x="723900" y="19050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4D4038"/>
                </a:solidFill>
                <a:latin typeface="Arial"/>
                <a:ea typeface="Arial"/>
                <a:cs typeface="Arial"/>
              </a:defRPr>
            </a:pPr>
            <a:r>
              <a:rPr sz="2175" b="1">
                <a:solidFill>
                  <a:srgbClr val="4D4038"/>
                </a:solidFill>
                <a:latin typeface="Arial"/>
                <a:ea typeface="Arial"/>
                <a:cs typeface="Arial"/>
              </a:rPr>
              <a:t>Kiểm thử tổng hợp, chưa phải hiệu quả thực địa</a:t>
            </a:r>
          </a:p>
        </p:txBody>
      </p:sp>
      <p:sp>
        <p:nvSpPr>
          <p:cNvPr id="3" name="">
            <a:extLst xmlns:a="http://schemas.openxmlformats.org/drawingml/2006/main">
              <a:ext uri="{FF2B5EF4-FFF2-40B4-BE49-F238E27FC236}">
                <a16:creationId xmlns:a16="http://schemas.microsoft.com/office/drawing/2014/main" id="{0F97D731-B959-4EAB-965E-0ABFA6A650B6}"/>
              </a:ext>
            </a:extLst>
          </p:cNvPr>
          <p:cNvSpPr>
            <a:spLocks xmlns:a="http://schemas.openxmlformats.org/drawingml/2006/main" noGrp="1"/>
          </p:cNvSpPr>
          <p:nvPr/>
        </p:nvSpPr>
        <p:spPr>
          <a:xfrm xmlns:a="http://schemas.openxmlformats.org/drawingml/2006/main">
            <a:off x="723900" y="2714625"/>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9221E"/>
                </a:solidFill>
                <a:latin typeface="Arial"/>
                <a:ea typeface="Arial"/>
                <a:cs typeface="Arial"/>
              </a:defRPr>
            </a:pPr>
            <a:r>
              <a:rPr sz="2250" b="0">
                <a:solidFill>
                  <a:srgbClr val="29221E"/>
                </a:solidFill>
                <a:latin typeface="Arial"/>
                <a:ea typeface="Arial"/>
                <a:cs typeface="Arial"/>
              </a:rPr>
              <a:t>Baseline: 154 bài kiểm thử. Bản sửa: 175 bài kiểm thử, gồm hồ sơ vượt 200 bản ghi, Verify đã lưu và giải thích theo ngữ cảnh.</a:t>
            </a:r>
          </a:p>
        </p:txBody>
      </p:sp>
      <p:sp>
        <p:nvSpPr>
          <p:cNvPr id="4" name="">
            <a:extLst xmlns:a="http://schemas.openxmlformats.org/drawingml/2006/main">
              <a:ext uri="{FF2B5EF4-FFF2-40B4-BE49-F238E27FC236}">
                <a16:creationId xmlns:a16="http://schemas.microsoft.com/office/drawing/2014/main" id="{DD6F15A1-47C7-4D9B-84A2-195104A3131D}"/>
              </a:ext>
            </a:extLst>
          </p:cNvPr>
          <p:cNvSpPr>
            <a:spLocks xmlns:a="http://schemas.openxmlformats.org/drawingml/2006/main" noGrp="1"/>
          </p:cNvSpPr>
          <p:nvPr/>
        </p:nvSpPr>
        <p:spPr>
          <a:xfrm xmlns:a="http://schemas.openxmlformats.org/drawingml/2006/main">
            <a:off x="723900" y="4286250"/>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9221E"/>
                </a:solidFill>
                <a:latin typeface="Arial"/>
                <a:ea typeface="Arial"/>
                <a:cs typeface="Arial"/>
              </a:defRPr>
            </a:pPr>
            <a:r>
              <a:rPr sz="2250" b="0">
                <a:solidFill>
                  <a:srgbClr val="29221E"/>
                </a:solidFill>
                <a:latin typeface="Arial"/>
                <a:ea typeface="Arial"/>
                <a:cs typeface="Arial"/>
              </a:rPr>
              <a:t>Chưa có số liệu trước/sau từ 3 người dùng thật. Nhóm cần đo cùng tác vụ: thời gian hoàn thành, tỷ lệ tự giải quyết và số lần cần hỏi lại.</a:t>
            </a:r>
          </a:p>
        </p:txBody>
      </p:sp>
      <p:sp>
        <p:nvSpPr>
          <p:cNvPr id="5" name="">
            <a:extLst xmlns:a="http://schemas.openxmlformats.org/drawingml/2006/main">
              <a:ext uri="{FF2B5EF4-FFF2-40B4-BE49-F238E27FC236}">
                <a16:creationId xmlns:a16="http://schemas.microsoft.com/office/drawing/2014/main" id="{99AF4A9F-2C90-410F-8ADE-A469CC56543E}"/>
              </a:ext>
            </a:extLst>
          </p:cNvPr>
          <p:cNvSpPr>
            <a:spLocks xmlns:a="http://schemas.openxmlformats.org/drawingml/2006/main" noGrp="1"/>
          </p:cNvSpPr>
          <p:nvPr/>
        </p:nvSpPr>
        <p:spPr>
          <a:xfrm xmlns:a="http://schemas.openxmlformats.org/drawingml/2006/main">
            <a:off x="723900" y="62388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56659"/>
                </a:solidFill>
                <a:latin typeface="Arial"/>
                <a:ea typeface="Arial"/>
                <a:cs typeface="Arial"/>
              </a:defRPr>
            </a:pPr>
            <a:r>
              <a:rPr sz="1350" b="0">
                <a:solidFill>
                  <a:srgbClr val="756659"/>
                </a:solidFill>
                <a:latin typeface="Arial"/>
                <a:ea typeface="Arial"/>
                <a:cs typeface="Arial"/>
              </a:rPr>
              <a:t>3/5   DOCRELAY • Bản trình bày kỹ thuật • 21/09/2026</a:t>
            </a:r>
          </a:p>
        </p:txBody>
      </p:sp>
    </p:spTree>
    <p:extLst>
      <p:ext uri="{BB962C8B-B14F-4D97-AF65-F5344CB8AC3E}">
        <p14:creationId xmlns:p14="http://schemas.microsoft.com/office/powerpoint/2010/main" val="278493855"/>
      </p:ext>
    </p:extLst>
  </p:cSld>
</p:sld>
</file>

<file path=ppt/slides/slide4.xml><?xml version="1.0" encoding="utf-8"?>
<p:sld xmlns:p="http://schemas.openxmlformats.org/presentationml/2006/main">
  <p:cSld>
    <p:bg>
      <p:bgPr>
        <a:solidFill xmlns:a="http://schemas.openxmlformats.org/drawingml/2006/main">
          <a:srgbClr val="FFF9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A7F00BB-F7AE-4955-8D3A-EFE3292EAB98}"/>
              </a:ext>
            </a:extLst>
          </p:cNvPr>
          <p:cNvSpPr>
            <a:spLocks xmlns:a="http://schemas.openxmlformats.org/drawingml/2006/main" noGrp="1"/>
          </p:cNvSpPr>
          <p:nvPr/>
        </p:nvSpPr>
        <p:spPr>
          <a:xfrm xmlns:a="http://schemas.openxmlformats.org/drawingml/2006/main">
            <a:off x="685800" y="523875"/>
            <a:ext cx="10668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A53608"/>
                </a:solidFill>
                <a:latin typeface="Arial"/>
                <a:ea typeface="Arial"/>
                <a:cs typeface="Arial"/>
              </a:defRPr>
            </a:pPr>
            <a:r>
              <a:rPr sz="3450" b="1">
                <a:solidFill>
                  <a:srgbClr val="A53608"/>
                </a:solidFill>
                <a:latin typeface="Arial"/>
                <a:ea typeface="Arial"/>
                <a:cs typeface="Arial"/>
              </a:rPr>
              <a:t>Kiến trúc và phạm vi mô phỏng</a:t>
            </a:r>
          </a:p>
        </p:txBody>
      </p:sp>
      <p:sp>
        <p:nvSpPr>
          <p:cNvPr id="2" name="">
            <a:extLst xmlns:a="http://schemas.openxmlformats.org/drawingml/2006/main">
              <a:ext uri="{FF2B5EF4-FFF2-40B4-BE49-F238E27FC236}">
                <a16:creationId xmlns:a16="http://schemas.microsoft.com/office/drawing/2014/main" id="{01B9C179-89CA-42C7-9FF2-5AAF4C9525FD}"/>
              </a:ext>
            </a:extLst>
          </p:cNvPr>
          <p:cNvSpPr>
            <a:spLocks xmlns:a="http://schemas.openxmlformats.org/drawingml/2006/main" noGrp="1"/>
          </p:cNvSpPr>
          <p:nvPr/>
        </p:nvSpPr>
        <p:spPr>
          <a:xfrm xmlns:a="http://schemas.openxmlformats.org/drawingml/2006/main">
            <a:off x="723900" y="19050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4D4038"/>
                </a:solidFill>
                <a:latin typeface="Arial"/>
                <a:ea typeface="Arial"/>
                <a:cs typeface="Arial"/>
              </a:defRPr>
            </a:pPr>
            <a:r>
              <a:rPr sz="2175" b="1">
                <a:solidFill>
                  <a:srgbClr val="4D4038"/>
                </a:solidFill>
                <a:latin typeface="Arial"/>
                <a:ea typeface="Arial"/>
                <a:cs typeface="Arial"/>
              </a:rPr>
              <a:t>Next.js, MongoDB và OpenAI</a:t>
            </a:r>
          </a:p>
        </p:txBody>
      </p:sp>
      <p:sp>
        <p:nvSpPr>
          <p:cNvPr id="3" name="">
            <a:extLst xmlns:a="http://schemas.openxmlformats.org/drawingml/2006/main">
              <a:ext uri="{FF2B5EF4-FFF2-40B4-BE49-F238E27FC236}">
                <a16:creationId xmlns:a16="http://schemas.microsoft.com/office/drawing/2014/main" id="{B97E753D-AA56-4BAD-AF90-2B071274595F}"/>
              </a:ext>
            </a:extLst>
          </p:cNvPr>
          <p:cNvSpPr>
            <a:spLocks xmlns:a="http://schemas.openxmlformats.org/drawingml/2006/main" noGrp="1"/>
          </p:cNvSpPr>
          <p:nvPr/>
        </p:nvSpPr>
        <p:spPr>
          <a:xfrm xmlns:a="http://schemas.openxmlformats.org/drawingml/2006/main">
            <a:off x="723900" y="2714625"/>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9221E"/>
                </a:solidFill>
                <a:latin typeface="Arial"/>
                <a:ea typeface="Arial"/>
                <a:cs typeface="Arial"/>
              </a:defRPr>
            </a:pPr>
            <a:r>
              <a:rPr sz="2250" b="0">
                <a:solidFill>
                  <a:srgbClr val="29221E"/>
                </a:solidFill>
                <a:latin typeface="Arial"/>
                <a:ea typeface="Arial"/>
                <a:cs typeface="Arial"/>
              </a:rPr>
              <a:t>Ứng dụng gọi API server. MongoDB lưu yêu cầu, phiên bản, audit và lần Verify. OpenAI tạo lời giải thích gắn với bước hướng dẫn đã kiểm duyệt.</a:t>
            </a:r>
          </a:p>
        </p:txBody>
      </p:sp>
      <p:sp>
        <p:nvSpPr>
          <p:cNvPr id="4" name="">
            <a:extLst xmlns:a="http://schemas.openxmlformats.org/drawingml/2006/main">
              <a:ext uri="{FF2B5EF4-FFF2-40B4-BE49-F238E27FC236}">
                <a16:creationId xmlns:a16="http://schemas.microsoft.com/office/drawing/2014/main" id="{47F47134-CF47-4BA5-8550-229837D8CC6C}"/>
              </a:ext>
            </a:extLst>
          </p:cNvPr>
          <p:cNvSpPr>
            <a:spLocks xmlns:a="http://schemas.openxmlformats.org/drawingml/2006/main" noGrp="1"/>
          </p:cNvSpPr>
          <p:nvPr/>
        </p:nvSpPr>
        <p:spPr>
          <a:xfrm xmlns:a="http://schemas.openxmlformats.org/drawingml/2006/main">
            <a:off x="723900" y="4286250"/>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9221E"/>
                </a:solidFill>
                <a:latin typeface="Arial"/>
                <a:ea typeface="Arial"/>
                <a:cs typeface="Arial"/>
              </a:defRPr>
            </a:pPr>
            <a:r>
              <a:rPr sz="2250" b="0">
                <a:solidFill>
                  <a:srgbClr val="29221E"/>
                </a:solidFill>
                <a:latin typeface="Arial"/>
                <a:ea typeface="Arial"/>
                <a:cs typeface="Arial"/>
              </a:rPr>
              <a:t>Approve, Stop và Override cập nhật hồ sơ demo. Hệ thống không cấp quyền hay thay đổi hạ tầng. E2E cục bộ dùng mock và bộ nhớ tạm.</a:t>
            </a:r>
          </a:p>
        </p:txBody>
      </p:sp>
      <p:sp>
        <p:nvSpPr>
          <p:cNvPr id="5" name="">
            <a:extLst xmlns:a="http://schemas.openxmlformats.org/drawingml/2006/main">
              <a:ext uri="{FF2B5EF4-FFF2-40B4-BE49-F238E27FC236}">
                <a16:creationId xmlns:a16="http://schemas.microsoft.com/office/drawing/2014/main" id="{B94177D6-8404-40DD-9A55-DAA7EF01C65C}"/>
              </a:ext>
            </a:extLst>
          </p:cNvPr>
          <p:cNvSpPr>
            <a:spLocks xmlns:a="http://schemas.openxmlformats.org/drawingml/2006/main" noGrp="1"/>
          </p:cNvSpPr>
          <p:nvPr/>
        </p:nvSpPr>
        <p:spPr>
          <a:xfrm xmlns:a="http://schemas.openxmlformats.org/drawingml/2006/main">
            <a:off x="723900" y="62388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56659"/>
                </a:solidFill>
                <a:latin typeface="Arial"/>
                <a:ea typeface="Arial"/>
                <a:cs typeface="Arial"/>
              </a:defRPr>
            </a:pPr>
            <a:r>
              <a:rPr sz="1350" b="0">
                <a:solidFill>
                  <a:srgbClr val="756659"/>
                </a:solidFill>
                <a:latin typeface="Arial"/>
                <a:ea typeface="Arial"/>
                <a:cs typeface="Arial"/>
              </a:rPr>
              <a:t>4/5   DOCRELAY • Bản trình bày kỹ thuật • 21/09/2026</a:t>
            </a:r>
          </a:p>
        </p:txBody>
      </p:sp>
    </p:spTree>
    <p:extLst>
      <p:ext uri="{BB962C8B-B14F-4D97-AF65-F5344CB8AC3E}">
        <p14:creationId xmlns:p14="http://schemas.microsoft.com/office/powerpoint/2010/main" val="1885792638"/>
      </p:ext>
    </p:extLst>
  </p:cSld>
</p:sld>
</file>

<file path=ppt/slides/slide5.xml><?xml version="1.0" encoding="utf-8"?>
<p:sld xmlns:p="http://schemas.openxmlformats.org/presentationml/2006/main">
  <p:cSld>
    <p:bg>
      <p:bgPr>
        <a:solidFill xmlns:a="http://schemas.openxmlformats.org/drawingml/2006/main">
          <a:srgbClr val="FFF9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6B55102-59A9-407C-AC11-0009468A1ADE}"/>
              </a:ext>
            </a:extLst>
          </p:cNvPr>
          <p:cNvSpPr>
            <a:spLocks xmlns:a="http://schemas.openxmlformats.org/drawingml/2006/main" noGrp="1"/>
          </p:cNvSpPr>
          <p:nvPr/>
        </p:nvSpPr>
        <p:spPr>
          <a:xfrm xmlns:a="http://schemas.openxmlformats.org/drawingml/2006/main">
            <a:off x="685800" y="523875"/>
            <a:ext cx="10668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A53608"/>
                </a:solidFill>
                <a:latin typeface="Arial"/>
                <a:ea typeface="Arial"/>
                <a:cs typeface="Arial"/>
              </a:defRPr>
            </a:pPr>
            <a:r>
              <a:rPr sz="3450" b="1">
                <a:solidFill>
                  <a:srgbClr val="A53608"/>
                </a:solidFill>
                <a:latin typeface="Arial"/>
                <a:ea typeface="Arial"/>
                <a:cs typeface="Arial"/>
              </a:rPr>
              <a:t>Giới hạn và bước tiếp theo</a:t>
            </a:r>
          </a:p>
        </p:txBody>
      </p:sp>
      <p:sp>
        <p:nvSpPr>
          <p:cNvPr id="2" name="">
            <a:extLst xmlns:a="http://schemas.openxmlformats.org/drawingml/2006/main">
              <a:ext uri="{FF2B5EF4-FFF2-40B4-BE49-F238E27FC236}">
                <a16:creationId xmlns:a16="http://schemas.microsoft.com/office/drawing/2014/main" id="{363A711C-6F2F-44F8-A451-295E4C92383A}"/>
              </a:ext>
            </a:extLst>
          </p:cNvPr>
          <p:cNvSpPr>
            <a:spLocks xmlns:a="http://schemas.openxmlformats.org/drawingml/2006/main" noGrp="1"/>
          </p:cNvSpPr>
          <p:nvPr/>
        </p:nvSpPr>
        <p:spPr>
          <a:xfrm xmlns:a="http://schemas.openxmlformats.org/drawingml/2006/main">
            <a:off x="723900" y="19050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4D4038"/>
                </a:solidFill>
                <a:latin typeface="Arial"/>
                <a:ea typeface="Arial"/>
                <a:cs typeface="Arial"/>
              </a:defRPr>
            </a:pPr>
            <a:r>
              <a:rPr sz="2175" b="1">
                <a:solidFill>
                  <a:srgbClr val="4D4038"/>
                </a:solidFill>
                <a:latin typeface="Arial"/>
                <a:ea typeface="Arial"/>
                <a:cs typeface="Arial"/>
              </a:rPr>
              <a:t>Những điều ban giám khảo cần biết</a:t>
            </a:r>
          </a:p>
        </p:txBody>
      </p:sp>
      <p:sp>
        <p:nvSpPr>
          <p:cNvPr id="3" name="">
            <a:extLst xmlns:a="http://schemas.openxmlformats.org/drawingml/2006/main">
              <a:ext uri="{FF2B5EF4-FFF2-40B4-BE49-F238E27FC236}">
                <a16:creationId xmlns:a16="http://schemas.microsoft.com/office/drawing/2014/main" id="{02018B7C-F4EE-49F7-93E8-F8D5F0DB23F1}"/>
              </a:ext>
            </a:extLst>
          </p:cNvPr>
          <p:cNvSpPr>
            <a:spLocks xmlns:a="http://schemas.openxmlformats.org/drawingml/2006/main" noGrp="1"/>
          </p:cNvSpPr>
          <p:nvPr/>
        </p:nvSpPr>
        <p:spPr>
          <a:xfrm xmlns:a="http://schemas.openxmlformats.org/drawingml/2006/main">
            <a:off x="723900" y="2714625"/>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9221E"/>
                </a:solidFill>
                <a:latin typeface="Arial"/>
                <a:ea typeface="Arial"/>
                <a:cs typeface="Arial"/>
              </a:defRPr>
            </a:pPr>
            <a:r>
              <a:rPr sz="2250" b="0">
                <a:solidFill>
                  <a:srgbClr val="29221E"/>
                </a:solidFill>
                <a:latin typeface="Arial"/>
                <a:ea typeface="Arial"/>
                <a:cs typeface="Arial"/>
              </a:rPr>
              <a:t>Bộ fixture gốc có 55/128 kết quả khớp policy hiện tại. Giữ nguyên expected và ghi rõ khác biệt. Lỗi model chuyển sang luồng an toàn.</a:t>
            </a:r>
          </a:p>
        </p:txBody>
      </p:sp>
      <p:sp>
        <p:nvSpPr>
          <p:cNvPr id="4" name="">
            <a:extLst xmlns:a="http://schemas.openxmlformats.org/drawingml/2006/main">
              <a:ext uri="{FF2B5EF4-FFF2-40B4-BE49-F238E27FC236}">
                <a16:creationId xmlns:a16="http://schemas.microsoft.com/office/drawing/2014/main" id="{59D0A92B-5554-4075-92BB-83FEEF5D70D5}"/>
              </a:ext>
            </a:extLst>
          </p:cNvPr>
          <p:cNvSpPr>
            <a:spLocks xmlns:a="http://schemas.openxmlformats.org/drawingml/2006/main" noGrp="1"/>
          </p:cNvSpPr>
          <p:nvPr/>
        </p:nvSpPr>
        <p:spPr>
          <a:xfrm xmlns:a="http://schemas.openxmlformats.org/drawingml/2006/main">
            <a:off x="723900" y="4286250"/>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9221E"/>
                </a:solidFill>
                <a:latin typeface="Arial"/>
                <a:ea typeface="Arial"/>
                <a:cs typeface="Arial"/>
              </a:defRPr>
            </a:pPr>
            <a:r>
              <a:rPr sz="2250" b="0">
                <a:solidFill>
                  <a:srgbClr val="29221E"/>
                </a:solidFill>
                <a:latin typeface="Arial"/>
                <a:ea typeface="Arial"/>
                <a:cs typeface="Arial"/>
              </a:rPr>
              <a:t>Demo mở reviewer không đăng nhập. Chưa có bằng chứng người dùng thật và chi phí đầy đủ. Nhóm cần bổ sung bằng chứng, rà soát quyền truy cập trước khi dùng dữ liệu thực.</a:t>
            </a:r>
          </a:p>
        </p:txBody>
      </p:sp>
      <p:sp>
        <p:nvSpPr>
          <p:cNvPr id="5" name="">
            <a:extLst xmlns:a="http://schemas.openxmlformats.org/drawingml/2006/main">
              <a:ext uri="{FF2B5EF4-FFF2-40B4-BE49-F238E27FC236}">
                <a16:creationId xmlns:a16="http://schemas.microsoft.com/office/drawing/2014/main" id="{A9E17E09-598C-4292-95CA-41AEA7BFA160}"/>
              </a:ext>
            </a:extLst>
          </p:cNvPr>
          <p:cNvSpPr>
            <a:spLocks xmlns:a="http://schemas.openxmlformats.org/drawingml/2006/main" noGrp="1"/>
          </p:cNvSpPr>
          <p:nvPr/>
        </p:nvSpPr>
        <p:spPr>
          <a:xfrm xmlns:a="http://schemas.openxmlformats.org/drawingml/2006/main">
            <a:off x="723900" y="62388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56659"/>
                </a:solidFill>
                <a:latin typeface="Arial"/>
                <a:ea typeface="Arial"/>
                <a:cs typeface="Arial"/>
              </a:defRPr>
            </a:pPr>
            <a:r>
              <a:rPr sz="1350" b="0">
                <a:solidFill>
                  <a:srgbClr val="756659"/>
                </a:solidFill>
                <a:latin typeface="Arial"/>
                <a:ea typeface="Arial"/>
                <a:cs typeface="Arial"/>
              </a:rPr>
              <a:t>5/5   DOCRELAY • Bản trình bày kỹ thuật • 21/09/2026</a:t>
            </a:r>
          </a:p>
        </p:txBody>
      </p:sp>
    </p:spTree>
    <p:extLst>
      <p:ext uri="{BB962C8B-B14F-4D97-AF65-F5344CB8AC3E}">
        <p14:creationId xmlns:p14="http://schemas.microsoft.com/office/powerpoint/2010/main" val="15968592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2026-09-21T06:41:19.6580000Z</dcterms:created>
  <dcterms:modified xsi:type="dcterms:W3CDTF">2026-09-21T06:41:19.6580000Z</dcterms:modified>
</coreProperties>
</file>